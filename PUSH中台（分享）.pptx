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0"/>
  </p:normalViewPr>
  <p:slideViewPr>
    <p:cSldViewPr snapToGrid="0">
      <p:cViewPr varScale="1">
        <p:scale>
          <a:sx n="95" d="100"/>
          <a:sy n="95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730E0-C7C4-4A4D-3CFC-21F693C42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82A17F-813E-3B41-FA71-98B005CFA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75BF3-3FA1-0F67-6737-1A1D798E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A4E557-43D4-997B-F6E4-371ADEF3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8EE7C-EE9C-BB11-6600-53BFFAD8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837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5B53-6859-CCEC-1C04-62F5CA1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4642AC-5D33-3766-9D0F-EB0E1F9BC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C41353-EDBD-0B31-6538-EBAEBDA6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38ED9-3873-D30E-F3BD-770C82959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077AC-F60F-14E8-9E1B-A7744493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951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085D6-10E6-3F38-1487-533EA4105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7A7DB4-A781-D617-C139-D95742DB1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B0591F-13D8-4DD5-B2D7-2DE66C41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E06DD-1164-63F4-8E55-64DCFA2C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E346E4-D45E-B9B9-C3B6-545BAE19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073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DAF9B-441B-D1F0-25B2-784F718B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21CE4-38BF-E38D-5CBA-548FCF1A8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ECF95A-454A-4CF2-1DDD-FBA24DC13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4B3F23-245E-53BA-02CB-C55DC8D2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D4982A-AAF9-9AAD-F579-2CC4FC74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4A470-B44E-EE6E-4E97-D37B237D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25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C7003-1C14-FC97-CAA2-52993570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A573BA-4F7C-0857-529C-6E6776756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7303CA-E1A4-382C-787B-5C805539C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538F30-90A4-15ED-31BA-E1DC21866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E163FC-AF49-8DD1-4253-C07B15DBE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986040-CEE6-632B-BDB0-B2CA0A19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250470-BA8B-A4DC-2BAB-3AACBA9B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5EAE45-17BC-41BE-1487-02B53D87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072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57015-E6AB-9125-5E5D-53A65231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A28F50-BFB1-B935-6338-424A1144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9E1C5E-2DBE-65D0-374E-95A09C78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1BDAB6-D02A-F914-B391-A6CF0729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887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2CF1E3-C185-38B2-6844-63F73C13C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4CE17D-508E-4ED2-93E3-0D7E9DFA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6427C9-A455-6775-00B5-9F069C8D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55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E68FB-A958-17ED-619B-E45171934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EC2457-99AC-989C-84D3-1FF58DBAE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E32CB6-5080-AC70-E880-9A6E9E474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2E3511-9A7B-5DC0-73EA-11EEEC71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1D30CA-2FCF-79D6-4E78-7C82BCB9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8C4FE1-B104-ABD6-2100-DB6D16EB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129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36A92-8B19-C67C-4DDD-872892C5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3E4F2E-96F6-3B24-8880-000DC1000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D8FF43-00E8-A4FC-29D0-C0A1FBC0F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0F1B35-FAE5-2AB5-B1E1-6443CC79B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837E75-73E4-E5F2-2C7E-6D79E175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1BAEC-DDD2-F6C3-5424-BCBB658E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035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AF20F-0D0D-452A-2987-2FCA3A0A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DEA104-243F-4A10-F13F-58FCE1BF6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A057F8-3FAB-3BDB-C012-CB805292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D4DD7-7E13-4041-3D2F-0C185B6C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E5462E-33F0-3ADB-30C7-812D265B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525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43EE2C-D56B-B720-F9D6-E28DCBE4C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9E5147-644A-A68E-6D32-E43154439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BADB5-8A0A-D4AC-57FD-82B5E440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A40B57-2FEB-A161-25E7-54606139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D876DB-708B-9C91-F6DE-4FE33131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95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638550-D802-DE11-5E82-FD794388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965BF7-EA5D-2648-A3C0-B51B43827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EBA93-FD5F-68A0-0F3D-9D60BF460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E7C8F-E181-3244-92BD-04B2C6AD542A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7EAA9D-91AD-9FAD-F6FD-09B86A224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14EBDC-169E-011B-0385-24E627577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1334E-8B78-F143-9028-DEEF705F66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40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4CE2E-F38D-9C5D-5F85-82FE6BA152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80ED03-782A-7424-FF78-A5D5DC54B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764FF9-EBE4-68E8-C9B9-C919CCF0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32"/>
            <a:ext cx="12192000" cy="67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0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976FC-F8B7-0615-B8DE-6AFE38B1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A11AAE3-B9A5-7DEC-4690-FEF9B982F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1718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7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A3855-A37D-03F4-201C-EF3EFECE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528478-9060-895A-D4BF-E7B4677F7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639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8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7D543-7D0E-26C6-C154-0123136ED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D212D5E-009F-DD0E-8167-4F8654755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1353800" cy="682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0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F3CEE-803B-DE4F-1577-7583C751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65E043B-EA7A-1090-A6D1-328639068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1900647" cy="685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1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 Jiang</dc:creator>
  <cp:lastModifiedBy>Cy Jiang</cp:lastModifiedBy>
  <cp:revision>1</cp:revision>
  <dcterms:created xsi:type="dcterms:W3CDTF">2026-03-18T01:24:36Z</dcterms:created>
  <dcterms:modified xsi:type="dcterms:W3CDTF">2026-03-18T01:26:36Z</dcterms:modified>
</cp:coreProperties>
</file>